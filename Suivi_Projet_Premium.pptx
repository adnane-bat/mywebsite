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7315200"/>
          </a:xfrm>
          <a:prstGeom prst="rect">
            <a:avLst/>
          </a:prstGeom>
          <a:solidFill>
            <a:srgbClr val="0F5A8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57200"/>
            <a:ext cx="137160" cy="45720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</a:rPr>
              <a:t>SUIVI DE PROJET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E8"/>
                </a:solidFill>
              </a:rPr>
              <a:t>Réunion d'avancement équipe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286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2004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00A8E8"/>
                </a:solidFill>
              </a:rPr>
              <a:t>Coordination • Progression • Validations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89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0C0"/>
                </a:solidFill>
              </a:rPr>
              <a:t>Septembre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A52"/>
                </a:solidFill>
              </a:rPr>
              <a:t>Points Clés du Projet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32918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>
              <a:gd name="adj" fmla="val 250000"/>
            </a:avLst>
          </a:prstGeom>
          <a:solidFill>
            <a:srgbClr val="00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2"/>
                </a:solidFill>
              </a:rPr>
              <a:t>Pull Requests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Faciliter les demandes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Évolutions techniques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Validation en cours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32918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80160"/>
            <a:ext cx="2651760" cy="73152"/>
          </a:xfrm>
          <a:prstGeom prst="rect">
            <a:avLst>
              <a:gd name="adj" fmla="val 250000"/>
            </a:avLst>
          </a:prstGeom>
          <a:solidFill>
            <a:srgbClr val="9C27B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918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2"/>
                </a:solidFill>
              </a:rPr>
              <a:t>Réunion Projet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Correction N2 validée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Florian lead technique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Status: Actif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32918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80160"/>
            <a:ext cx="2651760" cy="73152"/>
          </a:xfrm>
          <a:prstGeom prst="rect">
            <a:avLst>
              <a:gd name="adj" fmla="val 250000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2"/>
                </a:solidFill>
              </a:rPr>
              <a:t>Campagne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Contributeurs actifs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Valideurs assignés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Changements en cours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A52"/>
                </a:solidFill>
              </a:rPr>
              <a:t>Statuts &amp; Progression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777240"/>
          </a:xfrm>
          <a:prstGeom prst="rect">
            <a:avLst>
              <a:gd name="adj" fmla="val 250000"/>
            </a:avLst>
          </a:prstGeom>
          <a:solidFill>
            <a:srgbClr val="00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2"/>
                </a:solidFill>
              </a:rPr>
              <a:t>Bouzobia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276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3"/>
                </a:solidFill>
              </a:rPr>
              <a:t>1 / 5 chapitres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4114800" cy="320040"/>
          </a:xfrm>
          <a:prstGeom prst="roundRect">
            <a:avLst>
              <a:gd name="adj" fmla="val 28571"/>
            </a:avLst>
          </a:prstGeom>
          <a:solidFill>
            <a:srgbClr val="E0E7F1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463040"/>
            <a:ext cx="822960" cy="320040"/>
          </a:xfrm>
          <a:prstGeom prst="roundRect">
            <a:avLst>
              <a:gd name="adj" fmla="val 28571"/>
            </a:avLst>
          </a:prstGeom>
          <a:solidFill>
            <a:srgbClr val="00A8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1417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A8E8"/>
                </a:solidFill>
              </a:rPr>
              <a:t>20%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40280"/>
            <a:ext cx="54864" cy="777240"/>
          </a:xfrm>
          <a:prstGeom prst="rect">
            <a:avLst>
              <a:gd name="adj" fmla="val 25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313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2"/>
                </a:solidFill>
              </a:rPr>
              <a:t>Chapitre X &amp; 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587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3"/>
                </a:solidFill>
              </a:rPr>
              <a:t>En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423160"/>
            <a:ext cx="4114800" cy="320040"/>
          </a:xfrm>
          <a:prstGeom prst="roundRect">
            <a:avLst>
              <a:gd name="adj" fmla="val 28571"/>
            </a:avLst>
          </a:prstGeom>
          <a:solidFill>
            <a:srgbClr val="E0E7F1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2423160"/>
            <a:ext cx="308610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75%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54864" cy="777240"/>
          </a:xfrm>
          <a:prstGeom prst="rect">
            <a:avLst>
              <a:gd name="adj" fmla="val 250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273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2"/>
                </a:solidFill>
              </a:rPr>
              <a:t>Vision Contributeur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5478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3"/>
                </a:solidFill>
              </a:rPr>
              <a:t>Review en cours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383280"/>
            <a:ext cx="4114800" cy="320040"/>
          </a:xfrm>
          <a:prstGeom prst="roundRect">
            <a:avLst>
              <a:gd name="adj" fmla="val 28571"/>
            </a:avLst>
          </a:prstGeom>
          <a:solidFill>
            <a:srgbClr val="E0E7F1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3383280"/>
            <a:ext cx="2468880" cy="32004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0" y="3337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60%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A52"/>
                </a:solidFill>
              </a:rPr>
              <a:t>Planning &amp; Jalons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097280"/>
            <a:ext cx="365760" cy="36576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09 Octobre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2"/>
                </a:solidFill>
              </a:rPr>
              <a:t>Lancement Campagne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Stabilisation de la plateforme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00A8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Planifié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0972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348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J-15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2"/>
                </a:solidFill>
              </a:rPr>
              <a:t>Phase de Tests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Validation avant lancement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347472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6616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Avant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10972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6948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Continu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2"/>
                </a:solidFill>
              </a:rPr>
              <a:t>Suivi &amp; Validations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Coordination contributeurs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47472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En cours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F5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731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Éléments Critiques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164592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83280" y="1783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737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2"/>
                </a:solidFill>
              </a:rPr>
              <a:t>Coordination en Campagne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057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Harmoniser contributeurs et valideurs en cours de déploiement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260604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697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2"/>
                </a:solidFill>
              </a:rPr>
              <a:t>Suivi de Chapitre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017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Validation de 1 à 5 chapitres avec rapport détaillé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356616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83280" y="3703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657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2"/>
                </a:solidFill>
              </a:rPr>
              <a:t>Intégration Excel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3977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Import paramétré des contributeurs/valideurs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4480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A8E8"/>
                </a:solidFill>
              </a:rPr>
              <a:t>Alignement clé pour la réussite du projet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2026-09-10T09:56:23Z</dcterms:created>
  <dcterms:modified xsi:type="dcterms:W3CDTF">2026-09-10T09:56:23Z</dcterms:modified>
</cp:coreProperties>
</file>