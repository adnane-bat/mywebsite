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Macro Consolidé — Portefeuille Projets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Juin — Décembre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103120" y="960120"/>
            <a:ext cx="9601200" cy="310896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210312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Juillet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325880"/>
            <a:ext cx="0" cy="9144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Août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0" cy="9144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0" cy="9144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325880"/>
            <a:ext cx="0" cy="9144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1325880"/>
            <a:ext cx="0" cy="9144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Décembre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332720" y="1325880"/>
            <a:ext cx="0" cy="9144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325880"/>
            <a:ext cx="11338560" cy="69951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325880"/>
            <a:ext cx="9601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Cadrage du projet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25880" y="1325880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03120" y="1378344"/>
            <a:ext cx="2057400" cy="128245"/>
          </a:xfrm>
          <a:prstGeom prst="roundRect">
            <a:avLst>
              <a:gd name="adj" fmla="val 28520"/>
            </a:avLst>
          </a:prstGeom>
          <a:solidFill>
            <a:srgbClr val="2E5FA3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1559052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LOD.22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03120" y="1611516"/>
            <a:ext cx="2743200" cy="128245"/>
          </a:xfrm>
          <a:prstGeom prst="roundRect">
            <a:avLst>
              <a:gd name="adj" fmla="val 28520"/>
            </a:avLst>
          </a:prstGeom>
          <a:solidFill>
            <a:srgbClr val="D9822B"/>
          </a:solidFill>
          <a:ln/>
        </p:spPr>
      </p:sp>
      <p:sp>
        <p:nvSpPr>
          <p:cNvPr id="24" name="Text 22"/>
          <p:cNvSpPr/>
          <p:nvPr/>
        </p:nvSpPr>
        <p:spPr>
          <a:xfrm>
            <a:off x="1325880" y="1792224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Flow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74720" y="1844688"/>
            <a:ext cx="411480" cy="128245"/>
          </a:xfrm>
          <a:prstGeom prst="roundRect">
            <a:avLst>
              <a:gd name="adj" fmla="val 28520"/>
            </a:avLst>
          </a:prstGeom>
          <a:solidFill>
            <a:srgbClr val="7A4CA0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107692"/>
            <a:ext cx="11338560" cy="699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107692"/>
            <a:ext cx="9601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25880" y="2107692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03120" y="2160156"/>
            <a:ext cx="2743200" cy="128245"/>
          </a:xfrm>
          <a:prstGeom prst="roundRect">
            <a:avLst>
              <a:gd name="adj" fmla="val 28520"/>
            </a:avLst>
          </a:prstGeom>
          <a:solidFill>
            <a:srgbClr val="2E5FA3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2340864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LOD.22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03120" y="2393328"/>
            <a:ext cx="9601200" cy="128245"/>
          </a:xfrm>
          <a:prstGeom prst="roundRect">
            <a:avLst>
              <a:gd name="adj" fmla="val 28520"/>
            </a:avLst>
          </a:prstGeom>
          <a:solidFill>
            <a:srgbClr val="D9822B"/>
          </a:solidFill>
          <a:ln/>
        </p:spPr>
      </p:sp>
      <p:sp>
        <p:nvSpPr>
          <p:cNvPr id="32" name="Text 30"/>
          <p:cNvSpPr/>
          <p:nvPr/>
        </p:nvSpPr>
        <p:spPr>
          <a:xfrm>
            <a:off x="1325880" y="2574036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Flow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74720" y="2626500"/>
            <a:ext cx="1371600" cy="128245"/>
          </a:xfrm>
          <a:prstGeom prst="roundRect">
            <a:avLst>
              <a:gd name="adj" fmla="val 28520"/>
            </a:avLst>
          </a:prstGeom>
          <a:solidFill>
            <a:srgbClr val="7A4CA0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2889504"/>
            <a:ext cx="11338560" cy="69951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2889504"/>
            <a:ext cx="9601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 / Test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325880" y="2889504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0" y="2941968"/>
            <a:ext cx="4114800" cy="128245"/>
          </a:xfrm>
          <a:prstGeom prst="roundRect">
            <a:avLst>
              <a:gd name="adj" fmla="val 28520"/>
            </a:avLst>
          </a:prstGeom>
          <a:solidFill>
            <a:srgbClr val="2E5FA3"/>
          </a:solidFill>
          <a:ln/>
        </p:spPr>
      </p:sp>
      <p:sp>
        <p:nvSpPr>
          <p:cNvPr id="38" name="Text 36"/>
          <p:cNvSpPr/>
          <p:nvPr/>
        </p:nvSpPr>
        <p:spPr>
          <a:xfrm>
            <a:off x="1325880" y="3122676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LOD.22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474720" y="3175140"/>
            <a:ext cx="2743200" cy="128245"/>
          </a:xfrm>
          <a:prstGeom prst="roundRect">
            <a:avLst>
              <a:gd name="adj" fmla="val 28520"/>
            </a:avLst>
          </a:prstGeom>
          <a:solidFill>
            <a:srgbClr val="D9822B"/>
          </a:solidFill>
          <a:ln/>
        </p:spPr>
      </p:sp>
      <p:sp>
        <p:nvSpPr>
          <p:cNvPr id="40" name="Text 38"/>
          <p:cNvSpPr/>
          <p:nvPr/>
        </p:nvSpPr>
        <p:spPr>
          <a:xfrm>
            <a:off x="1325880" y="3355848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Flow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3408312"/>
            <a:ext cx="1371600" cy="128245"/>
          </a:xfrm>
          <a:prstGeom prst="roundRect">
            <a:avLst>
              <a:gd name="adj" fmla="val 28520"/>
            </a:avLst>
          </a:prstGeom>
          <a:solidFill>
            <a:srgbClr val="7A4CA0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3671316"/>
            <a:ext cx="11338560" cy="699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3671316"/>
            <a:ext cx="9601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325880" y="3671316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103120" y="3723780"/>
            <a:ext cx="5486400" cy="128245"/>
          </a:xfrm>
          <a:prstGeom prst="roundRect">
            <a:avLst>
              <a:gd name="adj" fmla="val 28520"/>
            </a:avLst>
          </a:prstGeom>
          <a:solidFill>
            <a:srgbClr val="2E5FA3"/>
          </a:solidFill>
          <a:ln/>
        </p:spPr>
      </p:sp>
      <p:sp>
        <p:nvSpPr>
          <p:cNvPr id="46" name="Text 44"/>
          <p:cNvSpPr/>
          <p:nvPr/>
        </p:nvSpPr>
        <p:spPr>
          <a:xfrm>
            <a:off x="1325880" y="3904488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LOD.22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74720" y="3956952"/>
            <a:ext cx="8229600" cy="128245"/>
          </a:xfrm>
          <a:prstGeom prst="roundRect">
            <a:avLst>
              <a:gd name="adj" fmla="val 28520"/>
            </a:avLst>
          </a:prstGeom>
          <a:solidFill>
            <a:srgbClr val="D9822B"/>
          </a:solidFill>
          <a:ln/>
        </p:spPr>
      </p:sp>
      <p:sp>
        <p:nvSpPr>
          <p:cNvPr id="48" name="Text 46"/>
          <p:cNvSpPr/>
          <p:nvPr/>
        </p:nvSpPr>
        <p:spPr>
          <a:xfrm>
            <a:off x="1325880" y="4137660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Flow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217920" y="4190124"/>
            <a:ext cx="411480" cy="128245"/>
          </a:xfrm>
          <a:prstGeom prst="roundRect">
            <a:avLst>
              <a:gd name="adj" fmla="val 28520"/>
            </a:avLst>
          </a:prstGeom>
          <a:solidFill>
            <a:srgbClr val="7A4CA0"/>
          </a:solidFill>
          <a:ln/>
        </p:spPr>
      </p:sp>
      <p:sp>
        <p:nvSpPr>
          <p:cNvPr id="50" name="Shape 48"/>
          <p:cNvSpPr/>
          <p:nvPr/>
        </p:nvSpPr>
        <p:spPr>
          <a:xfrm>
            <a:off x="365760" y="4453128"/>
            <a:ext cx="11338560" cy="69951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453128"/>
            <a:ext cx="9601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325880" y="4453128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103120" y="4505592"/>
            <a:ext cx="4114800" cy="128245"/>
          </a:xfrm>
          <a:prstGeom prst="roundRect">
            <a:avLst>
              <a:gd name="adj" fmla="val 28520"/>
            </a:avLst>
          </a:prstGeom>
          <a:solidFill>
            <a:srgbClr val="2E5FA3"/>
          </a:solidFill>
          <a:ln/>
        </p:spPr>
      </p:sp>
      <p:sp>
        <p:nvSpPr>
          <p:cNvPr id="54" name="Text 52"/>
          <p:cNvSpPr/>
          <p:nvPr/>
        </p:nvSpPr>
        <p:spPr>
          <a:xfrm>
            <a:off x="1325880" y="4686300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LOD.22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103120" y="4738764"/>
            <a:ext cx="9601200" cy="128245"/>
          </a:xfrm>
          <a:prstGeom prst="roundRect">
            <a:avLst>
              <a:gd name="adj" fmla="val 28520"/>
            </a:avLst>
          </a:prstGeom>
          <a:solidFill>
            <a:srgbClr val="D9822B"/>
          </a:solidFill>
          <a:ln/>
        </p:spPr>
      </p:sp>
      <p:sp>
        <p:nvSpPr>
          <p:cNvPr id="56" name="Text 54"/>
          <p:cNvSpPr/>
          <p:nvPr/>
        </p:nvSpPr>
        <p:spPr>
          <a:xfrm>
            <a:off x="1325880" y="4919472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Flow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217920" y="4971936"/>
            <a:ext cx="411480" cy="128245"/>
          </a:xfrm>
          <a:prstGeom prst="roundRect">
            <a:avLst>
              <a:gd name="adj" fmla="val 28520"/>
            </a:avLst>
          </a:prstGeom>
          <a:solidFill>
            <a:srgbClr val="7A4CA0"/>
          </a:solidFill>
          <a:ln/>
        </p:spPr>
      </p:sp>
      <p:sp>
        <p:nvSpPr>
          <p:cNvPr id="58" name="Shape 56"/>
          <p:cNvSpPr/>
          <p:nvPr/>
        </p:nvSpPr>
        <p:spPr>
          <a:xfrm>
            <a:off x="365760" y="5234940"/>
            <a:ext cx="11338560" cy="699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5234940"/>
            <a:ext cx="9601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325880" y="5234940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846320" y="5287404"/>
            <a:ext cx="2743200" cy="128245"/>
          </a:xfrm>
          <a:prstGeom prst="roundRect">
            <a:avLst>
              <a:gd name="adj" fmla="val 28520"/>
            </a:avLst>
          </a:prstGeom>
          <a:solidFill>
            <a:srgbClr val="2E5FA3"/>
          </a:solidFill>
          <a:ln/>
        </p:spPr>
      </p:sp>
      <p:sp>
        <p:nvSpPr>
          <p:cNvPr id="62" name="Text 60"/>
          <p:cNvSpPr/>
          <p:nvPr/>
        </p:nvSpPr>
        <p:spPr>
          <a:xfrm>
            <a:off x="1325880" y="5468112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LOD.22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217920" y="5520576"/>
            <a:ext cx="2743200" cy="128245"/>
          </a:xfrm>
          <a:prstGeom prst="roundRect">
            <a:avLst>
              <a:gd name="adj" fmla="val 28520"/>
            </a:avLst>
          </a:prstGeom>
          <a:solidFill>
            <a:srgbClr val="D9822B"/>
          </a:solidFill>
          <a:ln/>
        </p:spPr>
      </p:sp>
      <p:sp>
        <p:nvSpPr>
          <p:cNvPr id="64" name="Text 62"/>
          <p:cNvSpPr/>
          <p:nvPr/>
        </p:nvSpPr>
        <p:spPr>
          <a:xfrm>
            <a:off x="1325880" y="5701284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Flow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217920" y="5753748"/>
            <a:ext cx="411480" cy="128245"/>
          </a:xfrm>
          <a:prstGeom prst="roundRect">
            <a:avLst>
              <a:gd name="adj" fmla="val 28520"/>
            </a:avLst>
          </a:prstGeom>
          <a:solidFill>
            <a:srgbClr val="7A4CA0"/>
          </a:solidFill>
          <a:ln/>
        </p:spPr>
      </p:sp>
      <p:sp>
        <p:nvSpPr>
          <p:cNvPr id="66" name="Shape 64"/>
          <p:cNvSpPr/>
          <p:nvPr/>
        </p:nvSpPr>
        <p:spPr>
          <a:xfrm>
            <a:off x="365760" y="6016752"/>
            <a:ext cx="11338560" cy="4663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7" name="Text 65"/>
          <p:cNvSpPr/>
          <p:nvPr/>
        </p:nvSpPr>
        <p:spPr>
          <a:xfrm>
            <a:off x="365760" y="6016752"/>
            <a:ext cx="960120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données politiques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325880" y="6016752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474720" y="6069216"/>
            <a:ext cx="2743200" cy="128245"/>
          </a:xfrm>
          <a:prstGeom prst="roundRect">
            <a:avLst>
              <a:gd name="adj" fmla="val 28520"/>
            </a:avLst>
          </a:prstGeom>
          <a:solidFill>
            <a:srgbClr val="1F8A70"/>
          </a:solidFill>
          <a:ln/>
        </p:spPr>
      </p:sp>
      <p:sp>
        <p:nvSpPr>
          <p:cNvPr id="70" name="Text 68"/>
          <p:cNvSpPr/>
          <p:nvPr/>
        </p:nvSpPr>
        <p:spPr>
          <a:xfrm>
            <a:off x="1325880" y="6249924"/>
            <a:ext cx="7772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 / Analyse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217920" y="6302388"/>
            <a:ext cx="1371600" cy="128245"/>
          </a:xfrm>
          <a:prstGeom prst="roundRect">
            <a:avLst>
              <a:gd name="adj" fmla="val 28520"/>
            </a:avLst>
          </a:prstGeom>
          <a:solidFill>
            <a:srgbClr val="1F8A70">
              <a:alpha val="6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101084" y="2398014"/>
            <a:ext cx="118872" cy="118872"/>
          </a:xfrm>
          <a:prstGeom prst="diamond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37560" y="253517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DRG push mail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844284" y="1383030"/>
            <a:ext cx="118872" cy="118872"/>
          </a:xfrm>
          <a:prstGeom prst="diamond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80760" y="152019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Lancement campagne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6844284" y="2946654"/>
            <a:ext cx="118872" cy="118872"/>
          </a:xfrm>
          <a:prstGeom prst="diamond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0760" y="308381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recette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6844284" y="3728466"/>
            <a:ext cx="118872" cy="118872"/>
          </a:xfrm>
          <a:prstGeom prst="diamond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80760" y="386562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REX / Passation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8215884" y="2946654"/>
            <a:ext cx="118872" cy="118872"/>
          </a:xfrm>
          <a:prstGeom prst="diamond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52360" y="308381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production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365760" y="6638544"/>
            <a:ext cx="201168" cy="128016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3" name="Text 81"/>
          <p:cNvSpPr/>
          <p:nvPr/>
        </p:nvSpPr>
        <p:spPr>
          <a:xfrm>
            <a:off x="621792" y="6611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234440" y="6638544"/>
            <a:ext cx="201168" cy="128016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85" name="Text 83"/>
          <p:cNvSpPr/>
          <p:nvPr/>
        </p:nvSpPr>
        <p:spPr>
          <a:xfrm>
            <a:off x="1490472" y="6611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LOD.22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322576" y="6638544"/>
            <a:ext cx="201168" cy="128016"/>
          </a:xfrm>
          <a:prstGeom prst="rect">
            <a:avLst/>
          </a:prstGeom>
          <a:solidFill>
            <a:srgbClr val="7A4CA0"/>
          </a:solidFill>
          <a:ln/>
        </p:spPr>
      </p:sp>
      <p:sp>
        <p:nvSpPr>
          <p:cNvPr id="87" name="Text 85"/>
          <p:cNvSpPr/>
          <p:nvPr/>
        </p:nvSpPr>
        <p:spPr>
          <a:xfrm>
            <a:off x="2578608" y="6611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Flow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575304" y="6638544"/>
            <a:ext cx="201168" cy="128016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89" name="Text 87"/>
          <p:cNvSpPr/>
          <p:nvPr/>
        </p:nvSpPr>
        <p:spPr>
          <a:xfrm>
            <a:off x="3831336" y="6611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données politiques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815584" y="6629400"/>
            <a:ext cx="128016" cy="128016"/>
          </a:xfrm>
          <a:prstGeom prst="diamond">
            <a:avLst/>
          </a:prstGeom>
          <a:solidFill>
            <a:srgbClr val="C0392B"/>
          </a:solidFill>
          <a:ln/>
        </p:spPr>
      </p:sp>
      <p:sp>
        <p:nvSpPr>
          <p:cNvPr id="91" name="Text 89"/>
          <p:cNvSpPr/>
          <p:nvPr/>
        </p:nvSpPr>
        <p:spPr>
          <a:xfrm>
            <a:off x="5998464" y="66111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Jalon clé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2026-07-15T08:13:04Z</dcterms:created>
  <dcterms:modified xsi:type="dcterms:W3CDTF">2026-07-15T08:13:04Z</dcterms:modified>
</cp:coreProperties>
</file>