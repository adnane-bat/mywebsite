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"/>
            <a:ext cx="1216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Contrôle Permanent LOD.22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349240" y="457200"/>
            <a:ext cx="14630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4632"/>
            <a:ext cx="1216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426464" y="822960"/>
            <a:ext cx="3541776" cy="256032"/>
          </a:xfrm>
          <a:prstGeom prst="rect">
            <a:avLst/>
          </a:prstGeom>
          <a:solidFill>
            <a:srgbClr val="5D5D5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6464" y="822960"/>
            <a:ext cx="3541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68240" y="822960"/>
            <a:ext cx="7083552" cy="256032"/>
          </a:xfrm>
          <a:prstGeom prst="rect">
            <a:avLst/>
          </a:prstGeom>
          <a:solidFill>
            <a:srgbClr val="3A3A3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68240" y="822960"/>
            <a:ext cx="708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26464" y="1078992"/>
            <a:ext cx="590296" cy="237744"/>
          </a:xfrm>
          <a:prstGeom prst="rect">
            <a:avLst/>
          </a:prstGeom>
          <a:solidFill>
            <a:srgbClr val="78787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6760" y="1078992"/>
            <a:ext cx="590296" cy="237744"/>
          </a:xfrm>
          <a:prstGeom prst="rect">
            <a:avLst/>
          </a:prstGeom>
          <a:solidFill>
            <a:srgbClr val="69696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7056" y="1078992"/>
            <a:ext cx="590296" cy="237744"/>
          </a:xfrm>
          <a:prstGeom prst="rect">
            <a:avLst/>
          </a:prstGeom>
          <a:solidFill>
            <a:srgbClr val="78787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97352" y="1078992"/>
            <a:ext cx="590296" cy="237744"/>
          </a:xfrm>
          <a:prstGeom prst="rect">
            <a:avLst/>
          </a:prstGeom>
          <a:solidFill>
            <a:srgbClr val="69696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87648" y="1078992"/>
            <a:ext cx="590296" cy="237744"/>
          </a:xfrm>
          <a:prstGeom prst="rect">
            <a:avLst/>
          </a:prstGeom>
          <a:solidFill>
            <a:srgbClr val="78787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7944" y="1078992"/>
            <a:ext cx="590296" cy="237744"/>
          </a:xfrm>
          <a:prstGeom prst="rect">
            <a:avLst/>
          </a:prstGeom>
          <a:solidFill>
            <a:srgbClr val="69696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68240" y="1078992"/>
            <a:ext cx="590296" cy="237744"/>
          </a:xfrm>
          <a:prstGeom prst="rect">
            <a:avLst/>
          </a:prstGeom>
          <a:solidFill>
            <a:srgbClr val="4A4A4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58536" y="1078992"/>
            <a:ext cx="590296" cy="237744"/>
          </a:xfrm>
          <a:prstGeom prst="rect">
            <a:avLst/>
          </a:prstGeom>
          <a:solidFill>
            <a:srgbClr val="41414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8832" y="1078992"/>
            <a:ext cx="590296" cy="237744"/>
          </a:xfrm>
          <a:prstGeom prst="rect">
            <a:avLst/>
          </a:prstGeom>
          <a:solidFill>
            <a:srgbClr val="4A4A4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39128" y="1078992"/>
            <a:ext cx="590296" cy="237744"/>
          </a:xfrm>
          <a:prstGeom prst="rect">
            <a:avLst/>
          </a:prstGeom>
          <a:solidFill>
            <a:srgbClr val="41414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29424" y="1078992"/>
            <a:ext cx="590296" cy="237744"/>
          </a:xfrm>
          <a:prstGeom prst="rect">
            <a:avLst/>
          </a:prstGeom>
          <a:solidFill>
            <a:srgbClr val="4A4A4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9720" y="1078992"/>
            <a:ext cx="590296" cy="237744"/>
          </a:xfrm>
          <a:prstGeom prst="rect">
            <a:avLst/>
          </a:prstGeom>
          <a:solidFill>
            <a:srgbClr val="41414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10016" y="1078992"/>
            <a:ext cx="590296" cy="237744"/>
          </a:xfrm>
          <a:prstGeom prst="rect">
            <a:avLst/>
          </a:prstGeom>
          <a:solidFill>
            <a:srgbClr val="4A4A4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00312" y="1078992"/>
            <a:ext cx="590296" cy="237744"/>
          </a:xfrm>
          <a:prstGeom prst="rect">
            <a:avLst/>
          </a:prstGeom>
          <a:solidFill>
            <a:srgbClr val="41414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90608" y="1078992"/>
            <a:ext cx="590296" cy="237744"/>
          </a:xfrm>
          <a:prstGeom prst="rect">
            <a:avLst/>
          </a:prstGeom>
          <a:solidFill>
            <a:srgbClr val="4A4A4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80904" y="1078992"/>
            <a:ext cx="590296" cy="237744"/>
          </a:xfrm>
          <a:prstGeom prst="rect">
            <a:avLst/>
          </a:prstGeom>
          <a:solidFill>
            <a:srgbClr val="41414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71200" y="1078992"/>
            <a:ext cx="590296" cy="237744"/>
          </a:xfrm>
          <a:prstGeom prst="rect">
            <a:avLst/>
          </a:prstGeom>
          <a:solidFill>
            <a:srgbClr val="4A4A4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61496" y="1078992"/>
            <a:ext cx="590296" cy="237744"/>
          </a:xfrm>
          <a:prstGeom prst="rect">
            <a:avLst/>
          </a:prstGeom>
          <a:solidFill>
            <a:srgbClr val="41414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26464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016760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607056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197352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787648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377944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968240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558536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148832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739128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329424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919720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510016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100312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9690608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0280904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0871200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Nov.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461496" y="1078992"/>
            <a:ext cx="590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426464" y="1316736"/>
            <a:ext cx="1062532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16760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07056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97352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87648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77944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68240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58536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48832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39128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29424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19720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10016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00312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690608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80904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871200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461496" y="131673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64592" y="1316736"/>
            <a:ext cx="1261872" cy="914400"/>
          </a:xfrm>
          <a:prstGeom prst="rect">
            <a:avLst/>
          </a:prstGeom>
          <a:solidFill>
            <a:srgbClr val="FFF3B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64592" y="1316736"/>
            <a:ext cx="64008" cy="9144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6032" y="1316736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projet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426464" y="2231136"/>
            <a:ext cx="10625328" cy="141732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016760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607056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197352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787648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377944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68240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58536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48832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739128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329424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919720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10016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100312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690608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280904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871200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61496" y="2231136"/>
            <a:ext cx="0" cy="141732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64592" y="2231136"/>
            <a:ext cx="1261872" cy="1417320"/>
          </a:xfrm>
          <a:prstGeom prst="rect">
            <a:avLst/>
          </a:prstGeom>
          <a:solidFill>
            <a:srgbClr val="C8E6C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64592" y="2231136"/>
            <a:ext cx="64008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56032" y="2231136"/>
            <a:ext cx="1152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426464" y="3648456"/>
            <a:ext cx="1062532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016760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607056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97352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87648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377944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968240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558536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48832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739128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29424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919720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510016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100312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690608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280904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871200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461496" y="3648456"/>
            <a:ext cx="0" cy="77724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64592" y="3648456"/>
            <a:ext cx="1261872" cy="777240"/>
          </a:xfrm>
          <a:prstGeom prst="rect">
            <a:avLst/>
          </a:prstGeom>
          <a:solidFill>
            <a:srgbClr val="F3E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64592" y="3648456"/>
            <a:ext cx="64008" cy="77724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56032" y="3648456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 / Test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426464" y="4425696"/>
            <a:ext cx="10625328" cy="91440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016760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607056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197352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787648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377944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968240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558536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148832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739128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329424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919720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510016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100312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690608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280904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871200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1461496" y="4425696"/>
            <a:ext cx="0" cy="91440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64592" y="4425696"/>
            <a:ext cx="1261872" cy="914400"/>
          </a:xfrm>
          <a:prstGeom prst="rect">
            <a:avLst/>
          </a:prstGeom>
          <a:solidFill>
            <a:srgbClr val="F3E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64592" y="4425696"/>
            <a:ext cx="64008" cy="91440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56032" y="4425696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1426464" y="5340096"/>
            <a:ext cx="1062532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016760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607056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197352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787648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377944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968240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58536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148832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739128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329424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919720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510016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100312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690608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280904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871200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1461496" y="5340096"/>
            <a:ext cx="0" cy="65836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64592" y="5340096"/>
            <a:ext cx="1261872" cy="658368"/>
          </a:xfrm>
          <a:prstGeom prst="rect">
            <a:avLst/>
          </a:prstGeom>
          <a:solidFill>
            <a:srgbClr val="FDEBD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64592" y="5340096"/>
            <a:ext cx="64008" cy="658368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56032" y="5340096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1426464" y="5998464"/>
            <a:ext cx="10625328" cy="56692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016760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607056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197352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787648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377944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968240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558536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48832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739128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329424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919720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510016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100312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690608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280904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871200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1461496" y="5998464"/>
            <a:ext cx="0" cy="566928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64592" y="5998464"/>
            <a:ext cx="1261872" cy="566928"/>
          </a:xfrm>
          <a:prstGeom prst="rect">
            <a:avLst/>
          </a:prstGeom>
          <a:solidFill>
            <a:srgbClr val="FDEBD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64592" y="5998464"/>
            <a:ext cx="64008" cy="566928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256032" y="5998464"/>
            <a:ext cx="115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1463040" y="1408176"/>
            <a:ext cx="1697736" cy="237744"/>
          </a:xfrm>
          <a:prstGeom prst="roundRect">
            <a:avLst>
              <a:gd name="adj" fmla="val 19231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499616" y="1408176"/>
            <a:ext cx="1642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projet</a:t>
            </a:r>
            <a:endParaRPr lang="en-US" sz="680" dirty="0"/>
          </a:p>
        </p:txBody>
      </p:sp>
      <p:sp>
        <p:nvSpPr>
          <p:cNvPr id="173" name="Shape 171"/>
          <p:cNvSpPr/>
          <p:nvPr/>
        </p:nvSpPr>
        <p:spPr>
          <a:xfrm>
            <a:off x="1463040" y="1700784"/>
            <a:ext cx="1107440" cy="219456"/>
          </a:xfrm>
          <a:prstGeom prst="roundRect">
            <a:avLst>
              <a:gd name="adj" fmla="val 20833"/>
            </a:avLst>
          </a:prstGeom>
          <a:solidFill>
            <a:srgbClr val="A8963C"/>
          </a:solidFill>
          <a:ln w="12700">
            <a:solidFill>
              <a:srgbClr val="A8963C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499616" y="1700784"/>
            <a:ext cx="105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ressources</a:t>
            </a:r>
            <a:endParaRPr lang="en-US" sz="680" dirty="0"/>
          </a:p>
        </p:txBody>
      </p:sp>
      <p:sp>
        <p:nvSpPr>
          <p:cNvPr id="175" name="Shape 173"/>
          <p:cNvSpPr/>
          <p:nvPr/>
        </p:nvSpPr>
        <p:spPr>
          <a:xfrm rot="2700000">
            <a:off x="3133344" y="1435608"/>
            <a:ext cx="128016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3297936" y="13990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métier</a:t>
            </a:r>
            <a:endParaRPr lang="en-US" sz="600" dirty="0"/>
          </a:p>
        </p:txBody>
      </p:sp>
      <p:sp>
        <p:nvSpPr>
          <p:cNvPr id="177" name="Shape 175"/>
          <p:cNvSpPr/>
          <p:nvPr/>
        </p:nvSpPr>
        <p:spPr>
          <a:xfrm rot="2700000">
            <a:off x="3133344" y="1773936"/>
            <a:ext cx="128016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3297936" y="1737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modèle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données</a:t>
            </a:r>
            <a:endParaRPr lang="en-US" sz="600" dirty="0"/>
          </a:p>
        </p:txBody>
      </p:sp>
      <p:sp>
        <p:nvSpPr>
          <p:cNvPr id="179" name="Shape 177"/>
          <p:cNvSpPr/>
          <p:nvPr/>
        </p:nvSpPr>
        <p:spPr>
          <a:xfrm>
            <a:off x="6775704" y="1389888"/>
            <a:ext cx="531266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6793992" y="1389888"/>
            <a:ext cx="501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Ecrin DRG</a:t>
            </a:r>
            <a:endParaRPr lang="en-US" sz="650" dirty="0"/>
          </a:p>
        </p:txBody>
      </p:sp>
      <p:sp>
        <p:nvSpPr>
          <p:cNvPr id="181" name="Shape 179"/>
          <p:cNvSpPr/>
          <p:nvPr/>
        </p:nvSpPr>
        <p:spPr>
          <a:xfrm>
            <a:off x="7366000" y="1408176"/>
            <a:ext cx="1697736" cy="274320"/>
          </a:xfrm>
          <a:prstGeom prst="roundRect">
            <a:avLst>
              <a:gd name="adj" fmla="val 16667"/>
            </a:avLst>
          </a:prstGeom>
          <a:solidFill>
            <a:srgbClr val="C97A3A"/>
          </a:solidFill>
          <a:ln w="12700">
            <a:solidFill>
              <a:srgbClr val="C97A3A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7402576" y="1408176"/>
            <a:ext cx="1642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DRG controleur/dossiers</a:t>
            </a:r>
            <a:endParaRPr lang="en-US" sz="680" dirty="0"/>
          </a:p>
        </p:txBody>
      </p:sp>
      <p:sp>
        <p:nvSpPr>
          <p:cNvPr id="183" name="Shape 181"/>
          <p:cNvSpPr/>
          <p:nvPr/>
        </p:nvSpPr>
        <p:spPr>
          <a:xfrm>
            <a:off x="1463040" y="2258568"/>
            <a:ext cx="10552176" cy="91440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463040" y="2368296"/>
            <a:ext cx="2288032" cy="201168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499616" y="2368296"/>
            <a:ext cx="223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</a:t>
            </a:r>
            <a:endParaRPr lang="en-US" sz="680" dirty="0"/>
          </a:p>
        </p:txBody>
      </p:sp>
      <p:sp>
        <p:nvSpPr>
          <p:cNvPr id="186" name="Shape 184"/>
          <p:cNvSpPr/>
          <p:nvPr/>
        </p:nvSpPr>
        <p:spPr>
          <a:xfrm>
            <a:off x="3233928" y="2368296"/>
            <a:ext cx="1107440" cy="201168"/>
          </a:xfrm>
          <a:prstGeom prst="roundRect">
            <a:avLst>
              <a:gd name="adj" fmla="val 22727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3270504" y="2368296"/>
            <a:ext cx="105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</a:t>
            </a:r>
            <a:endParaRPr lang="en-US" sz="680" dirty="0"/>
          </a:p>
        </p:txBody>
      </p:sp>
      <p:sp>
        <p:nvSpPr>
          <p:cNvPr id="188" name="Shape 186"/>
          <p:cNvSpPr/>
          <p:nvPr/>
        </p:nvSpPr>
        <p:spPr>
          <a:xfrm>
            <a:off x="3824224" y="2368296"/>
            <a:ext cx="2878328" cy="201168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3860800" y="2368296"/>
            <a:ext cx="2823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680" dirty="0"/>
          </a:p>
        </p:txBody>
      </p:sp>
      <p:sp>
        <p:nvSpPr>
          <p:cNvPr id="190" name="Shape 188"/>
          <p:cNvSpPr/>
          <p:nvPr/>
        </p:nvSpPr>
        <p:spPr>
          <a:xfrm>
            <a:off x="6775704" y="2368296"/>
            <a:ext cx="517144" cy="201168"/>
          </a:xfrm>
          <a:prstGeom prst="roundRect">
            <a:avLst>
              <a:gd name="adj" fmla="val 22727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812280" y="2368296"/>
            <a:ext cx="462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</a:t>
            </a:r>
            <a:endParaRPr lang="en-US" sz="680" dirty="0"/>
          </a:p>
        </p:txBody>
      </p:sp>
      <p:sp>
        <p:nvSpPr>
          <p:cNvPr id="192" name="Shape 190"/>
          <p:cNvSpPr/>
          <p:nvPr/>
        </p:nvSpPr>
        <p:spPr>
          <a:xfrm>
            <a:off x="7366000" y="2368296"/>
            <a:ext cx="1107440" cy="201168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7402576" y="2368296"/>
            <a:ext cx="105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SharePoint PJ</a:t>
            </a:r>
            <a:endParaRPr lang="en-US" sz="680" dirty="0"/>
          </a:p>
        </p:txBody>
      </p:sp>
      <p:sp>
        <p:nvSpPr>
          <p:cNvPr id="194" name="Shape 192"/>
          <p:cNvSpPr/>
          <p:nvPr/>
        </p:nvSpPr>
        <p:spPr>
          <a:xfrm>
            <a:off x="9727184" y="2368296"/>
            <a:ext cx="2288032" cy="201168"/>
          </a:xfrm>
          <a:prstGeom prst="roundRect">
            <a:avLst>
              <a:gd name="adj" fmla="val 22727"/>
            </a:avLst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9763760" y="2368296"/>
            <a:ext cx="223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 établissements</a:t>
            </a:r>
            <a:endParaRPr lang="en-US" sz="680" dirty="0"/>
          </a:p>
        </p:txBody>
      </p:sp>
      <p:sp>
        <p:nvSpPr>
          <p:cNvPr id="196" name="Shape 194"/>
          <p:cNvSpPr/>
          <p:nvPr/>
        </p:nvSpPr>
        <p:spPr>
          <a:xfrm>
            <a:off x="1463040" y="2615184"/>
            <a:ext cx="1697736" cy="182880"/>
          </a:xfrm>
          <a:prstGeom prst="roundRect">
            <a:avLst>
              <a:gd name="adj" fmla="val 25000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1499616" y="2615184"/>
            <a:ext cx="1642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PRISCOP &amp; LOD2.2</a:t>
            </a:r>
            <a:endParaRPr lang="en-US" sz="680" dirty="0"/>
          </a:p>
        </p:txBody>
      </p:sp>
      <p:sp>
        <p:nvSpPr>
          <p:cNvPr id="198" name="Shape 196"/>
          <p:cNvSpPr/>
          <p:nvPr/>
        </p:nvSpPr>
        <p:spPr>
          <a:xfrm>
            <a:off x="2643632" y="2615184"/>
            <a:ext cx="1107440" cy="182880"/>
          </a:xfrm>
          <a:prstGeom prst="roundRect">
            <a:avLst>
              <a:gd name="adj" fmla="val 25000"/>
            </a:avLst>
          </a:prstGeom>
          <a:solidFill>
            <a:srgbClr val="33691E"/>
          </a:solidFill>
          <a:ln w="12700">
            <a:solidFill>
              <a:srgbClr val="33691E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2680208" y="2615184"/>
            <a:ext cx="105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Alteryx</a:t>
            </a:r>
            <a:endParaRPr lang="en-US" sz="680" dirty="0"/>
          </a:p>
        </p:txBody>
      </p:sp>
      <p:sp>
        <p:nvSpPr>
          <p:cNvPr id="200" name="Shape 198"/>
          <p:cNvSpPr/>
          <p:nvPr/>
        </p:nvSpPr>
        <p:spPr>
          <a:xfrm>
            <a:off x="3233928" y="2615184"/>
            <a:ext cx="2288032" cy="18288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3270504" y="2615184"/>
            <a:ext cx="2233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680" dirty="0"/>
          </a:p>
        </p:txBody>
      </p:sp>
      <p:sp>
        <p:nvSpPr>
          <p:cNvPr id="202" name="Shape 200"/>
          <p:cNvSpPr/>
          <p:nvPr/>
        </p:nvSpPr>
        <p:spPr>
          <a:xfrm>
            <a:off x="3824224" y="2615184"/>
            <a:ext cx="1697736" cy="182880"/>
          </a:xfrm>
          <a:prstGeom prst="roundRect">
            <a:avLst>
              <a:gd name="adj" fmla="val 25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3860800" y="2615184"/>
            <a:ext cx="1642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</a:t>
            </a:r>
            <a:endParaRPr lang="en-US" sz="680" dirty="0"/>
          </a:p>
        </p:txBody>
      </p:sp>
      <p:sp>
        <p:nvSpPr>
          <p:cNvPr id="204" name="Shape 202"/>
          <p:cNvSpPr/>
          <p:nvPr/>
        </p:nvSpPr>
        <p:spPr>
          <a:xfrm>
            <a:off x="5595112" y="2615184"/>
            <a:ext cx="1697736" cy="18288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5631688" y="2615184"/>
            <a:ext cx="1642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Historiques d'échanges/</a:t>
            </a:r>
            <a:endParaRPr lang="en-US" sz="680" dirty="0"/>
          </a:p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avec l'établissement</a:t>
            </a:r>
            <a:endParaRPr lang="en-US" sz="680" dirty="0"/>
          </a:p>
        </p:txBody>
      </p:sp>
      <p:sp>
        <p:nvSpPr>
          <p:cNvPr id="206" name="Shape 204"/>
          <p:cNvSpPr/>
          <p:nvPr/>
        </p:nvSpPr>
        <p:spPr>
          <a:xfrm>
            <a:off x="6775704" y="2615184"/>
            <a:ext cx="1107440" cy="182880"/>
          </a:xfrm>
          <a:prstGeom prst="roundRect">
            <a:avLst>
              <a:gd name="adj" fmla="val 25000"/>
            </a:avLst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812280" y="2615184"/>
            <a:ext cx="105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de confirmation établissement</a:t>
            </a:r>
            <a:endParaRPr lang="en-US" sz="680" dirty="0"/>
          </a:p>
        </p:txBody>
      </p:sp>
      <p:sp>
        <p:nvSpPr>
          <p:cNvPr id="208" name="Shape 206"/>
          <p:cNvSpPr/>
          <p:nvPr/>
        </p:nvSpPr>
        <p:spPr>
          <a:xfrm>
            <a:off x="7956296" y="2615184"/>
            <a:ext cx="1107440" cy="18288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7992872" y="2615184"/>
            <a:ext cx="105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PRISCOP vs DRG</a:t>
            </a:r>
            <a:endParaRPr lang="en-US" sz="680" dirty="0"/>
          </a:p>
        </p:txBody>
      </p:sp>
      <p:sp>
        <p:nvSpPr>
          <p:cNvPr id="210" name="Shape 208"/>
          <p:cNvSpPr/>
          <p:nvPr/>
        </p:nvSpPr>
        <p:spPr>
          <a:xfrm>
            <a:off x="8546592" y="2615184"/>
            <a:ext cx="1697736" cy="182880"/>
          </a:xfrm>
          <a:prstGeom prst="roundRect">
            <a:avLst>
              <a:gd name="adj" fmla="val 25000"/>
            </a:avLst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8583168" y="2615184"/>
            <a:ext cx="1642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nominative +</a:t>
            </a:r>
            <a:endParaRPr lang="en-US" sz="680" dirty="0"/>
          </a:p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AD Power Automate</a:t>
            </a:r>
            <a:endParaRPr lang="en-US" sz="680" dirty="0"/>
          </a:p>
        </p:txBody>
      </p:sp>
      <p:sp>
        <p:nvSpPr>
          <p:cNvPr id="212" name="Shape 210"/>
          <p:cNvSpPr/>
          <p:nvPr/>
        </p:nvSpPr>
        <p:spPr>
          <a:xfrm>
            <a:off x="10317480" y="2615184"/>
            <a:ext cx="1107440" cy="182880"/>
          </a:xfrm>
          <a:prstGeom prst="roundRect">
            <a:avLst>
              <a:gd name="adj" fmla="val 25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10354056" y="2615184"/>
            <a:ext cx="105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DRG push mail</a:t>
            </a:r>
            <a:endParaRPr lang="en-US" sz="680" dirty="0"/>
          </a:p>
        </p:txBody>
      </p:sp>
      <p:sp>
        <p:nvSpPr>
          <p:cNvPr id="214" name="Shape 212"/>
          <p:cNvSpPr/>
          <p:nvPr/>
        </p:nvSpPr>
        <p:spPr>
          <a:xfrm>
            <a:off x="7956296" y="2368296"/>
            <a:ext cx="1107440" cy="201168"/>
          </a:xfrm>
          <a:prstGeom prst="roundRect">
            <a:avLst>
              <a:gd name="adj" fmla="val 22727"/>
            </a:avLst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7992872" y="2368296"/>
            <a:ext cx="105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PdC</a:t>
            </a:r>
            <a:endParaRPr lang="en-US" sz="680" dirty="0"/>
          </a:p>
        </p:txBody>
      </p:sp>
      <p:sp>
        <p:nvSpPr>
          <p:cNvPr id="216" name="Shape 214"/>
          <p:cNvSpPr/>
          <p:nvPr/>
        </p:nvSpPr>
        <p:spPr>
          <a:xfrm rot="2700000">
            <a:off x="3133344" y="2852928"/>
            <a:ext cx="128016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3297936" y="2816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finale</a:t>
            </a:r>
            <a:endParaRPr lang="en-US" sz="600" dirty="0"/>
          </a:p>
        </p:txBody>
      </p:sp>
      <p:sp>
        <p:nvSpPr>
          <p:cNvPr id="218" name="Shape 216"/>
          <p:cNvSpPr/>
          <p:nvPr/>
        </p:nvSpPr>
        <p:spPr>
          <a:xfrm rot="2700000">
            <a:off x="5494528" y="2852928"/>
            <a:ext cx="128016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5659120" y="2816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pour recette</a:t>
            </a:r>
            <a:endParaRPr lang="en-US" sz="600" dirty="0"/>
          </a:p>
        </p:txBody>
      </p:sp>
      <p:sp>
        <p:nvSpPr>
          <p:cNvPr id="220" name="Shape 218"/>
          <p:cNvSpPr/>
          <p:nvPr/>
        </p:nvSpPr>
        <p:spPr>
          <a:xfrm>
            <a:off x="4414520" y="3758184"/>
            <a:ext cx="1697736" cy="201168"/>
          </a:xfrm>
          <a:prstGeom prst="roundRect">
            <a:avLst>
              <a:gd name="adj" fmla="val 22727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4451096" y="3758184"/>
            <a:ext cx="1642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 interne DRG &amp; établissements</a:t>
            </a:r>
            <a:endParaRPr lang="en-US" sz="680" dirty="0"/>
          </a:p>
        </p:txBody>
      </p:sp>
      <p:sp>
        <p:nvSpPr>
          <p:cNvPr id="222" name="Shape 220"/>
          <p:cNvSpPr/>
          <p:nvPr/>
        </p:nvSpPr>
        <p:spPr>
          <a:xfrm>
            <a:off x="4414520" y="4014216"/>
            <a:ext cx="1697736" cy="201168"/>
          </a:xfrm>
          <a:prstGeom prst="roundRect">
            <a:avLst>
              <a:gd name="adj" fmla="val 22727"/>
            </a:avLst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4451096" y="4014216"/>
            <a:ext cx="1642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fiabilisation</a:t>
            </a:r>
            <a:endParaRPr lang="en-US" sz="680" dirty="0"/>
          </a:p>
        </p:txBody>
      </p:sp>
      <p:sp>
        <p:nvSpPr>
          <p:cNvPr id="224" name="Shape 222"/>
          <p:cNvSpPr/>
          <p:nvPr/>
        </p:nvSpPr>
        <p:spPr>
          <a:xfrm>
            <a:off x="5004816" y="3758184"/>
            <a:ext cx="1107440" cy="201168"/>
          </a:xfrm>
          <a:prstGeom prst="roundRect">
            <a:avLst>
              <a:gd name="adj" fmla="val 22727"/>
            </a:avLst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5041392" y="3758184"/>
            <a:ext cx="105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la solution</a:t>
            </a:r>
            <a:endParaRPr lang="en-US" sz="680" dirty="0"/>
          </a:p>
        </p:txBody>
      </p:sp>
      <p:sp>
        <p:nvSpPr>
          <p:cNvPr id="226" name="Shape 224"/>
          <p:cNvSpPr/>
          <p:nvPr/>
        </p:nvSpPr>
        <p:spPr>
          <a:xfrm>
            <a:off x="6185408" y="3758184"/>
            <a:ext cx="1107440" cy="201168"/>
          </a:xfrm>
          <a:prstGeom prst="roundRect">
            <a:avLst>
              <a:gd name="adj" fmla="val 22727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6221984" y="3758184"/>
            <a:ext cx="105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technique</a:t>
            </a:r>
            <a:endParaRPr lang="en-US" sz="680" dirty="0"/>
          </a:p>
        </p:txBody>
      </p:sp>
      <p:sp>
        <p:nvSpPr>
          <p:cNvPr id="228" name="Shape 226"/>
          <p:cNvSpPr/>
          <p:nvPr/>
        </p:nvSpPr>
        <p:spPr>
          <a:xfrm>
            <a:off x="7366000" y="3758184"/>
            <a:ext cx="517144" cy="201168"/>
          </a:xfrm>
          <a:prstGeom prst="roundRect">
            <a:avLst>
              <a:gd name="adj" fmla="val 22727"/>
            </a:avLst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7402576" y="3758184"/>
            <a:ext cx="462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production</a:t>
            </a:r>
            <a:endParaRPr lang="en-US" sz="680" dirty="0"/>
          </a:p>
        </p:txBody>
      </p:sp>
      <p:sp>
        <p:nvSpPr>
          <p:cNvPr id="230" name="Shape 228"/>
          <p:cNvSpPr/>
          <p:nvPr/>
        </p:nvSpPr>
        <p:spPr>
          <a:xfrm>
            <a:off x="9136888" y="3758184"/>
            <a:ext cx="1107440" cy="201168"/>
          </a:xfrm>
          <a:prstGeom prst="roundRect">
            <a:avLst>
              <a:gd name="adj" fmla="val 22727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9173464" y="3758184"/>
            <a:ext cx="105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 Nb Dossiers PRISCOP</a:t>
            </a:r>
            <a:endParaRPr lang="en-US" sz="680" dirty="0"/>
          </a:p>
        </p:txBody>
      </p:sp>
      <p:sp>
        <p:nvSpPr>
          <p:cNvPr id="232" name="Shape 230"/>
          <p:cNvSpPr/>
          <p:nvPr/>
        </p:nvSpPr>
        <p:spPr>
          <a:xfrm rot="2700000">
            <a:off x="5494528" y="4032504"/>
            <a:ext cx="128016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5659120" y="39959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recette</a:t>
            </a:r>
            <a:endParaRPr lang="en-US" sz="600" dirty="0"/>
          </a:p>
        </p:txBody>
      </p:sp>
      <p:sp>
        <p:nvSpPr>
          <p:cNvPr id="234" name="Shape 232"/>
          <p:cNvSpPr/>
          <p:nvPr/>
        </p:nvSpPr>
        <p:spPr>
          <a:xfrm>
            <a:off x="3824224" y="4498848"/>
            <a:ext cx="2288032" cy="201168"/>
          </a:xfrm>
          <a:prstGeom prst="roundRect">
            <a:avLst>
              <a:gd name="adj" fmla="val 22727"/>
            </a:avLst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3860800" y="4498848"/>
            <a:ext cx="223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Correctifs (automatisations)</a:t>
            </a:r>
            <a:endParaRPr lang="en-US" sz="680" dirty="0"/>
          </a:p>
        </p:txBody>
      </p:sp>
      <p:sp>
        <p:nvSpPr>
          <p:cNvPr id="236" name="Shape 234"/>
          <p:cNvSpPr/>
          <p:nvPr/>
        </p:nvSpPr>
        <p:spPr>
          <a:xfrm>
            <a:off x="5004816" y="4498848"/>
            <a:ext cx="1107440" cy="201168"/>
          </a:xfrm>
          <a:prstGeom prst="roundRect">
            <a:avLst>
              <a:gd name="adj" fmla="val 22727"/>
            </a:avLst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5041392" y="4498848"/>
            <a:ext cx="105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Actualisation &amp; droits</a:t>
            </a:r>
            <a:endParaRPr lang="en-US" sz="680" dirty="0"/>
          </a:p>
        </p:txBody>
      </p:sp>
      <p:sp>
        <p:nvSpPr>
          <p:cNvPr id="238" name="Shape 236"/>
          <p:cNvSpPr/>
          <p:nvPr/>
        </p:nvSpPr>
        <p:spPr>
          <a:xfrm>
            <a:off x="5595112" y="4498848"/>
            <a:ext cx="1107440" cy="201168"/>
          </a:xfrm>
          <a:prstGeom prst="roundRect">
            <a:avLst>
              <a:gd name="adj" fmla="val 22727"/>
            </a:avLst>
          </a:prstGeom>
          <a:solidFill>
            <a:srgbClr val="616161"/>
          </a:solidFill>
          <a:ln w="12700">
            <a:solidFill>
              <a:srgbClr val="616161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5631688" y="4498848"/>
            <a:ext cx="105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licences premium</a:t>
            </a:r>
            <a:endParaRPr lang="en-US" sz="680" dirty="0"/>
          </a:p>
        </p:txBody>
      </p:sp>
      <p:sp>
        <p:nvSpPr>
          <p:cNvPr id="240" name="Shape 238"/>
          <p:cNvSpPr/>
          <p:nvPr/>
        </p:nvSpPr>
        <p:spPr>
          <a:xfrm>
            <a:off x="6185408" y="4498848"/>
            <a:ext cx="1107440" cy="201168"/>
          </a:xfrm>
          <a:prstGeom prst="roundRect">
            <a:avLst>
              <a:gd name="adj" fmla="val 22727"/>
            </a:avLst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6221984" y="4498848"/>
            <a:ext cx="105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accès nominatif</a:t>
            </a:r>
            <a:endParaRPr lang="en-US" sz="680" dirty="0"/>
          </a:p>
        </p:txBody>
      </p:sp>
      <p:sp>
        <p:nvSpPr>
          <p:cNvPr id="242" name="Shape 240"/>
          <p:cNvSpPr/>
          <p:nvPr/>
        </p:nvSpPr>
        <p:spPr>
          <a:xfrm>
            <a:off x="6775704" y="4745736"/>
            <a:ext cx="1107440" cy="201168"/>
          </a:xfrm>
          <a:prstGeom prst="roundRect">
            <a:avLst>
              <a:gd name="adj" fmla="val 22727"/>
            </a:avLst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6812280" y="4745736"/>
            <a:ext cx="105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 point validé DRG / Mail PUSH</a:t>
            </a:r>
            <a:endParaRPr lang="en-US" sz="680" dirty="0"/>
          </a:p>
        </p:txBody>
      </p:sp>
      <p:sp>
        <p:nvSpPr>
          <p:cNvPr id="244" name="Shape 242"/>
          <p:cNvSpPr/>
          <p:nvPr/>
        </p:nvSpPr>
        <p:spPr>
          <a:xfrm>
            <a:off x="6775704" y="4498848"/>
            <a:ext cx="1697736" cy="201168"/>
          </a:xfrm>
          <a:prstGeom prst="roundRect">
            <a:avLst>
              <a:gd name="adj" fmla="val 22727"/>
            </a:avLst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6812280" y="4498848"/>
            <a:ext cx="1642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Relancer des établissements</a:t>
            </a:r>
            <a:endParaRPr lang="en-US" sz="680" dirty="0"/>
          </a:p>
        </p:txBody>
      </p:sp>
      <p:sp>
        <p:nvSpPr>
          <p:cNvPr id="246" name="Shape 244"/>
          <p:cNvSpPr/>
          <p:nvPr/>
        </p:nvSpPr>
        <p:spPr>
          <a:xfrm>
            <a:off x="7956296" y="4498848"/>
            <a:ext cx="1107440" cy="201168"/>
          </a:xfrm>
          <a:prstGeom prst="roundRect">
            <a:avLst>
              <a:gd name="adj" fmla="val 22727"/>
            </a:avLst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7992872" y="4498848"/>
            <a:ext cx="105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Logigramme</a:t>
            </a:r>
            <a:endParaRPr lang="en-US" sz="680" dirty="0"/>
          </a:p>
        </p:txBody>
      </p:sp>
      <p:sp>
        <p:nvSpPr>
          <p:cNvPr id="248" name="Shape 246"/>
          <p:cNvSpPr/>
          <p:nvPr/>
        </p:nvSpPr>
        <p:spPr>
          <a:xfrm rot="2700000">
            <a:off x="7855712" y="4928616"/>
            <a:ext cx="128016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8020304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REX</a:t>
            </a:r>
            <a:endParaRPr lang="en-US" sz="600" dirty="0"/>
          </a:p>
        </p:txBody>
      </p:sp>
      <p:sp>
        <p:nvSpPr>
          <p:cNvPr id="250" name="Shape 248"/>
          <p:cNvSpPr/>
          <p:nvPr/>
        </p:nvSpPr>
        <p:spPr>
          <a:xfrm rot="2700000">
            <a:off x="7855712" y="5084064"/>
            <a:ext cx="128016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8020304" y="50474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Passation Workflow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 LOD2.2</a:t>
            </a:r>
            <a:endParaRPr lang="en-US" sz="600" dirty="0"/>
          </a:p>
        </p:txBody>
      </p:sp>
      <p:sp>
        <p:nvSpPr>
          <p:cNvPr id="252" name="Shape 250"/>
          <p:cNvSpPr/>
          <p:nvPr/>
        </p:nvSpPr>
        <p:spPr>
          <a:xfrm>
            <a:off x="7956296" y="4745736"/>
            <a:ext cx="4058920" cy="201168"/>
          </a:xfrm>
          <a:prstGeom prst="roundRect">
            <a:avLst>
              <a:gd name="adj" fmla="val 22727"/>
            </a:avLst>
          </a:prstGeom>
          <a:solidFill>
            <a:srgbClr val="616161"/>
          </a:solidFill>
          <a:ln w="12700">
            <a:solidFill>
              <a:srgbClr val="616161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7992872" y="4745736"/>
            <a:ext cx="400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applicative</a:t>
            </a:r>
            <a:endParaRPr lang="en-US" sz="680" dirty="0"/>
          </a:p>
        </p:txBody>
      </p:sp>
      <p:sp>
        <p:nvSpPr>
          <p:cNvPr id="254" name="Shape 252"/>
          <p:cNvSpPr/>
          <p:nvPr/>
        </p:nvSpPr>
        <p:spPr>
          <a:xfrm>
            <a:off x="1463040" y="5486400"/>
            <a:ext cx="2288032" cy="347472"/>
          </a:xfrm>
          <a:prstGeom prst="roundRect">
            <a:avLst>
              <a:gd name="adj" fmla="val 13158"/>
            </a:avLst>
          </a:prstGeom>
          <a:solidFill>
            <a:srgbClr val="C97A3A"/>
          </a:solidFill>
          <a:ln w="12700">
            <a:solidFill>
              <a:srgbClr val="C97A3A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1499616" y="5486400"/>
            <a:ext cx="223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de l'env. Power Project</a:t>
            </a:r>
            <a:endParaRPr lang="en-US" sz="680" dirty="0"/>
          </a:p>
        </p:txBody>
      </p:sp>
      <p:sp>
        <p:nvSpPr>
          <p:cNvPr id="256" name="Shape 254"/>
          <p:cNvSpPr/>
          <p:nvPr/>
        </p:nvSpPr>
        <p:spPr>
          <a:xfrm>
            <a:off x="3824224" y="5486400"/>
            <a:ext cx="2288032" cy="347472"/>
          </a:xfrm>
          <a:prstGeom prst="roundRect">
            <a:avLst>
              <a:gd name="adj" fmla="val 13158"/>
            </a:avLst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3860800" y="5486400"/>
            <a:ext cx="223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pilotes</a:t>
            </a:r>
            <a:endParaRPr lang="en-US" sz="680" dirty="0"/>
          </a:p>
        </p:txBody>
      </p:sp>
      <p:sp>
        <p:nvSpPr>
          <p:cNvPr id="258" name="Shape 256"/>
          <p:cNvSpPr/>
          <p:nvPr/>
        </p:nvSpPr>
        <p:spPr>
          <a:xfrm>
            <a:off x="6775704" y="5486400"/>
            <a:ext cx="1697736" cy="347472"/>
          </a:xfrm>
          <a:prstGeom prst="roundRect">
            <a:avLst>
              <a:gd name="adj" fmla="val 13158"/>
            </a:avLst>
          </a:prstGeom>
          <a:solidFill>
            <a:srgbClr val="D4AC7A"/>
          </a:solidFill>
          <a:ln w="12700">
            <a:solidFill>
              <a:srgbClr val="D4AC7A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6812280" y="5486400"/>
            <a:ext cx="1642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AD</a:t>
            </a:r>
            <a:endParaRPr lang="en-US" sz="680" dirty="0"/>
          </a:p>
        </p:txBody>
      </p:sp>
      <p:sp>
        <p:nvSpPr>
          <p:cNvPr id="260" name="Shape 258"/>
          <p:cNvSpPr/>
          <p:nvPr/>
        </p:nvSpPr>
        <p:spPr>
          <a:xfrm>
            <a:off x="7956296" y="5486400"/>
            <a:ext cx="4058920" cy="347472"/>
          </a:xfrm>
          <a:prstGeom prst="roundRect">
            <a:avLst>
              <a:gd name="adj" fmla="val 13158"/>
            </a:avLst>
          </a:prstGeom>
          <a:solidFill>
            <a:srgbClr val="C97A3A"/>
          </a:solidFill>
          <a:ln w="12700">
            <a:solidFill>
              <a:srgbClr val="C97A3A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7992872" y="5486400"/>
            <a:ext cx="400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PROD</a:t>
            </a:r>
            <a:endParaRPr lang="en-US" sz="680" dirty="0"/>
          </a:p>
        </p:txBody>
      </p:sp>
      <p:sp>
        <p:nvSpPr>
          <p:cNvPr id="262" name="Shape 260"/>
          <p:cNvSpPr/>
          <p:nvPr/>
        </p:nvSpPr>
        <p:spPr>
          <a:xfrm>
            <a:off x="4414520" y="6108192"/>
            <a:ext cx="1107440" cy="256032"/>
          </a:xfrm>
          <a:prstGeom prst="roundRect">
            <a:avLst>
              <a:gd name="adj" fmla="val 17857"/>
            </a:avLst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4451096" y="6108192"/>
            <a:ext cx="105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présentation DRC 21 Jan.</a:t>
            </a:r>
            <a:endParaRPr lang="en-US" sz="680" dirty="0"/>
          </a:p>
        </p:txBody>
      </p:sp>
      <p:sp>
        <p:nvSpPr>
          <p:cNvPr id="264" name="Shape 262"/>
          <p:cNvSpPr/>
          <p:nvPr/>
        </p:nvSpPr>
        <p:spPr>
          <a:xfrm>
            <a:off x="6185408" y="6108192"/>
            <a:ext cx="1107440" cy="256032"/>
          </a:xfrm>
          <a:prstGeom prst="roundRect">
            <a:avLst>
              <a:gd name="adj" fmla="val 17857"/>
            </a:avLst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6221984" y="6108192"/>
            <a:ext cx="105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680" dirty="0"/>
          </a:p>
        </p:txBody>
      </p:sp>
      <p:sp>
        <p:nvSpPr>
          <p:cNvPr id="266" name="Shape 264"/>
          <p:cNvSpPr/>
          <p:nvPr/>
        </p:nvSpPr>
        <p:spPr>
          <a:xfrm>
            <a:off x="6775704" y="6108192"/>
            <a:ext cx="1697736" cy="256032"/>
          </a:xfrm>
          <a:prstGeom prst="roundRect">
            <a:avLst>
              <a:gd name="adj" fmla="val 17857"/>
            </a:avLst>
          </a:prstGeom>
          <a:solidFill>
            <a:srgbClr val="C67A4A"/>
          </a:solidFill>
          <a:ln w="12700">
            <a:solidFill>
              <a:srgbClr val="C67A4A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6812280" y="6108192"/>
            <a:ext cx="1642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 vidéo des calls</a:t>
            </a:r>
            <a:endParaRPr lang="en-US" sz="680" dirty="0"/>
          </a:p>
        </p:txBody>
      </p:sp>
      <p:sp>
        <p:nvSpPr>
          <p:cNvPr id="268" name="Shape 266"/>
          <p:cNvSpPr/>
          <p:nvPr/>
        </p:nvSpPr>
        <p:spPr>
          <a:xfrm>
            <a:off x="7956296" y="6108192"/>
            <a:ext cx="1107440" cy="256032"/>
          </a:xfrm>
          <a:prstGeom prst="roundRect">
            <a:avLst>
              <a:gd name="adj" fmla="val 17857"/>
            </a:avLst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7992872" y="6108192"/>
            <a:ext cx="105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utilisateur</a:t>
            </a:r>
            <a:endParaRPr lang="en-US" sz="680" dirty="0"/>
          </a:p>
        </p:txBody>
      </p:sp>
      <p:sp>
        <p:nvSpPr>
          <p:cNvPr id="270" name="Shape 268"/>
          <p:cNvSpPr/>
          <p:nvPr/>
        </p:nvSpPr>
        <p:spPr>
          <a:xfrm>
            <a:off x="6916217" y="822960"/>
            <a:ext cx="0" cy="5742432"/>
          </a:xfrm>
          <a:prstGeom prst="line">
            <a:avLst/>
          </a:prstGeom>
          <a:noFill/>
          <a:ln w="15240">
            <a:solidFill>
              <a:srgbClr val="C0392B"/>
            </a:solidFill>
            <a:prstDash val="dash"/>
          </a:ln>
        </p:spPr>
      </p:sp>
      <p:sp>
        <p:nvSpPr>
          <p:cNvPr id="271" name="Shape 269"/>
          <p:cNvSpPr/>
          <p:nvPr/>
        </p:nvSpPr>
        <p:spPr>
          <a:xfrm rot="2700000">
            <a:off x="164592" y="6583680"/>
            <a:ext cx="128016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329184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</a:t>
            </a:r>
            <a:endParaRPr lang="en-US" sz="750" dirty="0"/>
          </a:p>
        </p:txBody>
      </p:sp>
      <p:sp>
        <p:nvSpPr>
          <p:cNvPr id="273" name="Shape 271"/>
          <p:cNvSpPr/>
          <p:nvPr/>
        </p:nvSpPr>
        <p:spPr>
          <a:xfrm rot="2700000">
            <a:off x="2176272" y="6583680"/>
            <a:ext cx="128016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2340864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établissements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2026-06-03T07:44:15Z</dcterms:created>
  <dcterms:modified xsi:type="dcterms:W3CDTF">2026-06-03T07:44:15Z</dcterms:modified>
</cp:coreProperties>
</file>